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 Manager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Suite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•  JavaFX Desktop Client &amp; Spring Boot Web Application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26,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2286000" cy="45720"/>
          </a:xfrm>
          <a:prstGeom prst="rect">
            <a:avLst/>
          </a:prstGeom>
          <a:solidFill>
            <a:srgbClr val="F8B500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0" y="4389120"/>
            <a:ext cx="2103120" cy="41148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4389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for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45720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1188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Purpose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45720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737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 &amp; Features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286000"/>
            <a:ext cx="45720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860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286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&amp; User Classes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45720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34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834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(3-Tier)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383280"/>
            <a:ext cx="45720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383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383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Design Principles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45720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319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3931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188720"/>
            <a:ext cx="45720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188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1188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737360"/>
            <a:ext cx="45720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737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1737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Specification &amp; Use Cases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2286000"/>
            <a:ext cx="45720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2860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2286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ER Model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46320" y="2834640"/>
            <a:ext cx="45720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834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2834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46320" y="3383280"/>
            <a:ext cx="45720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3383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40680" y="3383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846320" y="3931920"/>
            <a:ext cx="45720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9319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40680" y="3931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&amp; Assumptions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 Purpose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2C7DA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SRS defines the functional and non-functional requirements for the Money Manager Java Suite.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authoritative contract between stakeholders, developers, QA engineers, and maintainers.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design and implementation decisions must conform to this document.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F8B50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B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income &amp; expenses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transactions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budgets with warnings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goals &amp; notes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dashboard reports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JavaFX + SQLite (Desktop)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PostgreSQL (Web)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874520" cy="1645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1874520" cy="45720"/>
          </a:xfrm>
          <a:prstGeom prst="rect">
            <a:avLst/>
          </a:prstGeom>
          <a:solidFill>
            <a:srgbClr val="2C7DA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Auth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BCrypt-hashed passwords for all user accounts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1874520" cy="1645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Shape 7"/>
          <p:cNvSpPr/>
          <p:nvPr/>
        </p:nvSpPr>
        <p:spPr>
          <a:xfrm>
            <a:off x="2606040" y="1188720"/>
            <a:ext cx="1874520" cy="4572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18288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Log, edit, delete income and expense entries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874520" cy="1645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188720"/>
            <a:ext cx="1874520" cy="457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Budgets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18288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caps with amber 80% and red 100% alerts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1188720"/>
            <a:ext cx="1874520" cy="1645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0840" y="1188720"/>
            <a:ext cx="1874520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18288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PieChart &amp; BarChart rendering spending trends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577340" y="3108960"/>
            <a:ext cx="1874520" cy="1645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1" name="Shape 19"/>
          <p:cNvSpPr/>
          <p:nvPr/>
        </p:nvSpPr>
        <p:spPr>
          <a:xfrm>
            <a:off x="1577340" y="3108960"/>
            <a:ext cx="1874520" cy="45720"/>
          </a:xfrm>
          <a:prstGeom prst="rect">
            <a:avLst/>
          </a:prstGeom>
          <a:solidFill>
            <a:srgbClr val="F8B500"/>
          </a:solidFill>
          <a:ln/>
        </p:spPr>
      </p:sp>
      <p:sp>
        <p:nvSpPr>
          <p:cNvPr id="22" name="Text 20"/>
          <p:cNvSpPr/>
          <p:nvPr/>
        </p:nvSpPr>
        <p:spPr>
          <a:xfrm>
            <a:off x="1714500" y="3291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Savings Goals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14500" y="3749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Deadlined milestones with progress tracking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34740" y="3108960"/>
            <a:ext cx="1874520" cy="1645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5" name="Shape 23"/>
          <p:cNvSpPr/>
          <p:nvPr/>
        </p:nvSpPr>
        <p:spPr>
          <a:xfrm>
            <a:off x="3634740" y="3108960"/>
            <a:ext cx="1874520" cy="457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/>
          <p:nvPr/>
        </p:nvSpPr>
        <p:spPr>
          <a:xfrm>
            <a:off x="3771900" y="3291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771900" y="3749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scratchpad for financial outlines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92140" y="3108960"/>
            <a:ext cx="1874520" cy="1645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9" name="Shape 27"/>
          <p:cNvSpPr/>
          <p:nvPr/>
        </p:nvSpPr>
        <p:spPr>
          <a:xfrm>
            <a:off x="5692140" y="3108960"/>
            <a:ext cx="1874520" cy="45720"/>
          </a:xfrm>
          <a:prstGeom prst="rect">
            <a:avLst/>
          </a:prstGeom>
          <a:solidFill>
            <a:srgbClr val="2C7DA0"/>
          </a:solidFill>
          <a:ln/>
        </p:spPr>
      </p:sp>
      <p:sp>
        <p:nvSpPr>
          <p:cNvPr id="30" name="Text 28"/>
          <p:cNvSpPr/>
          <p:nvPr/>
        </p:nvSpPr>
        <p:spPr>
          <a:xfrm>
            <a:off x="5829300" y="3291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829300" y="3749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rules preventing cap or limit violations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Stakeholders &amp; User Classes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3152" cy="548640"/>
          </a:xfrm>
          <a:prstGeom prst="rect">
            <a:avLst/>
          </a:prstGeom>
          <a:solidFill>
            <a:srgbClr val="2C7DA0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188720"/>
            <a:ext cx="7607808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User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17520" y="11887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consumer — needs ease of use, secure offline/web access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73152" cy="54864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1920240"/>
            <a:ext cx="7607808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17520" y="1920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features — 3-tier separation, DI, JUnit tests, Lombok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73152" cy="5486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2651760"/>
            <a:ext cx="7607808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 Engineer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17520" y="2651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correctness — business rules, validation, integration tests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383280"/>
            <a:ext cx="73152" cy="548640"/>
          </a:xfrm>
          <a:prstGeom prst="rect">
            <a:avLst/>
          </a:prstGeom>
          <a:solidFill>
            <a:srgbClr val="F8B500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3383280"/>
            <a:ext cx="7607808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383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17520" y="3383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design — SOLID compliance, JDBC patterns, Java 21 LTS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73152" cy="5486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4114800"/>
            <a:ext cx="7607808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114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Owner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17520" y="4114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scope — feature parity, user retention, UX standards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— 3-Tier Overview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82296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SOLID Design Principles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Requirements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1783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3657600" cy="45720"/>
          </a:xfrm>
          <a:prstGeom prst="rect">
            <a:avLst/>
          </a:prstGeom>
          <a:solidFill>
            <a:srgbClr val="2C7DA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07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FR-01  Transaction Mgmt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transactions (title, amount, category, type, date)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query, and filter dynamically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or delete with confirmation alerts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into monthly budget calculations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657600" cy="1783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97280"/>
            <a:ext cx="3657600" cy="457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07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FR-02  Budget Management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per-category monthly spending limits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aggregation vs active limits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Color-coded: green &lt;80%, amber 80-99%, red &gt;=100%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63240"/>
            <a:ext cx="3657600" cy="1783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063240"/>
            <a:ext cx="3657600" cy="4572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1729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FR-03  Dashboard &amp; Analytics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5661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blocks: Total Income, Expenses, Net Balance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PieChart for expense categories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BarChart for 6-month trends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3657600" cy="1783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3063240"/>
            <a:ext cx="3657600" cy="45720"/>
          </a:xfrm>
          <a:prstGeom prst="rect">
            <a:avLst/>
          </a:prstGeom>
          <a:solidFill>
            <a:srgbClr val="F8B500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729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FR-04  Notes &amp; Goals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notes with title, content, timestamp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goals with progress and deadlines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deadline alerts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Non-Functional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3152" cy="777240"/>
          </a:xfrm>
          <a:prstGeom prst="rect">
            <a:avLst/>
          </a:prstGeom>
          <a:solidFill>
            <a:srgbClr val="2C7DA0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005840"/>
            <a:ext cx="3584448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51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boot &lt; 3s; web routes &lt; 200ms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73152" cy="77724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0" name="Shape 8"/>
          <p:cNvSpPr/>
          <p:nvPr/>
        </p:nvSpPr>
        <p:spPr>
          <a:xfrm>
            <a:off x="4828032" y="1005840"/>
            <a:ext cx="3584448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51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280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DB transactions with rollback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011680"/>
            <a:ext cx="73152" cy="7772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2011680"/>
            <a:ext cx="3584448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0574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514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productive within 5 minutes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73152" cy="7772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4828032" y="2011680"/>
            <a:ext cx="3584448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0574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2514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hashing, no plaintext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017520"/>
            <a:ext cx="73152" cy="777240"/>
          </a:xfrm>
          <a:prstGeom prst="rect">
            <a:avLst/>
          </a:prstGeom>
          <a:solidFill>
            <a:srgbClr val="F8B500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" y="3017520"/>
            <a:ext cx="3584448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063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291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Maintainability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 JUnit 5 test coverage, Javadocs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017520"/>
            <a:ext cx="73152" cy="7772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0" name="Shape 28"/>
          <p:cNvSpPr/>
          <p:nvPr/>
        </p:nvSpPr>
        <p:spPr>
          <a:xfrm>
            <a:off x="4828032" y="3017520"/>
            <a:ext cx="3584448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063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291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Portability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3776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JARs on any Java 21 runtime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4023360"/>
            <a:ext cx="73152" cy="777240"/>
          </a:xfrm>
          <a:prstGeom prst="rect">
            <a:avLst/>
          </a:prstGeom>
          <a:solidFill>
            <a:srgbClr val="2C7DA0"/>
          </a:solidFill>
          <a:ln/>
        </p:spPr>
      </p:sp>
      <p:sp>
        <p:nvSpPr>
          <p:cNvPr id="35" name="Shape 33"/>
          <p:cNvSpPr/>
          <p:nvPr/>
        </p:nvSpPr>
        <p:spPr>
          <a:xfrm>
            <a:off x="804672" y="4023360"/>
            <a:ext cx="3584448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4069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" y="4297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" y="4526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repos, swappable DB backends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4023360"/>
            <a:ext cx="73152" cy="77724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40" name="Shape 38"/>
          <p:cNvSpPr/>
          <p:nvPr/>
        </p:nvSpPr>
        <p:spPr>
          <a:xfrm>
            <a:off x="4828032" y="4023360"/>
            <a:ext cx="3584448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1" name="Text 39"/>
          <p:cNvSpPr/>
          <p:nvPr/>
        </p:nvSpPr>
        <p:spPr>
          <a:xfrm>
            <a:off x="4937760" y="4069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37760" y="4297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Integrity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937760" y="4526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+ ON DELETE CASCADE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/ Output Specification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Descriptions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6576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3657600" cy="45720"/>
          </a:xfrm>
          <a:prstGeom prst="rect">
            <a:avLst/>
          </a:prstGeom>
          <a:solidFill>
            <a:srgbClr val="2C7DA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UC-01: Add Transaction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End User  |  Precondition: Logged 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Transactions view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Title, Amount, Category, Date, Type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validates inputs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BudgetService checks category caps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TransactionService saves to repository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refreshes tables and dashboard charts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Alt: Validation fails → alert + retry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Alt: Budget exceeded → warning alert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657600" cy="36576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3657600" cy="45720"/>
          </a:xfrm>
          <a:prstGeom prst="rect">
            <a:avLst/>
          </a:prstGeom>
          <a:solidFill>
            <a:srgbClr val="F8B50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B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UC-02: Set &amp; Monitor Budget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End User  |  Precondition: Authenticated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Budgets view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category, define monthly cap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validates and stores budget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matched to active budgets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bars display % graphically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8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80-99% → amber/orange progress bar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&gt;=100% → red bar + alert warning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 — ER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(Desktop, offline-first)  +  PostgreSQL 16 (Web, centralized)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82296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 Diagram — Add Expense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Enhancements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3152" cy="594360"/>
          </a:xfrm>
          <a:prstGeom prst="rect">
            <a:avLst/>
          </a:prstGeom>
          <a:solidFill>
            <a:srgbClr val="2C7DA0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097280"/>
            <a:ext cx="7607808" cy="5943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13385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Client Ports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113385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or React Native apps syncing via REST APIs to PostgreSQL backend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47088"/>
            <a:ext cx="73152" cy="59436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1847088"/>
            <a:ext cx="7607808" cy="5943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88366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Synchronizer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188366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push-sync from local SQLite to Supabase or AWS RDS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596896"/>
            <a:ext cx="73152" cy="5943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2596896"/>
            <a:ext cx="7607808" cy="5943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63347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Spending Insights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263347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models to auto-categorize, detect anomalies, and generate tips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346704"/>
            <a:ext cx="73152" cy="594360"/>
          </a:xfrm>
          <a:prstGeom prst="rect">
            <a:avLst/>
          </a:prstGeom>
          <a:solidFill>
            <a:srgbClr val="F8B500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3346704"/>
            <a:ext cx="7607808" cy="5943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38328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Exports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0" y="338328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OpenPDF / JasperReports for styled PDF statements and Excel workbooks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096512"/>
            <a:ext cx="73152" cy="59436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4096512"/>
            <a:ext cx="7607808" cy="5943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13308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Multi-User Profiles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57600" y="413308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access controls with view-only or collaborative editor permissions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Constraints &amp; Assumptions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5661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3657600" cy="457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Constraints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locks desktop to local-only profiles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JavaFX controls — no HTML/JS in desktop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desktop data stays local in SQLite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runs fully offline, no internet required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as standalone shaded JARs (Maven Shade)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657600" cy="35661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97280"/>
            <a:ext cx="3657600" cy="4572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09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Assumptions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have standard financial tracking familiarity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3.9+ and JDK 21 available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JDBC sufficient for single-user concurrency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BigDecimal for all monetary calculations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8601 dates (SQLite) / native DATE (PostgreSQL)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 Summary</a:t>
            </a:r>
            <a:endParaRPr lang="en-US" sz="3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097280"/>
          <a:ext cx="64008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840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Component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D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Technology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DA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21 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GUI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4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JavaFX 21 (FXML + CSS)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4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 4.0.6 + Thymeleaf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4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(embedded, offline)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4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4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JDBC + PreparedStatements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4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3-Tier + SOLID Principles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4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3.9+ (Shade Plugin)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4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JUnit 5 (80%+ coverage target)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4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BCrypt (at.favre.lib)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4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Manager Java Suite — SRS v1.0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840480" y="2926080"/>
            <a:ext cx="1463040" cy="36576"/>
          </a:xfrm>
          <a:prstGeom prst="rect">
            <a:avLst/>
          </a:prstGeom>
          <a:solidFill>
            <a:srgbClr val="F8B50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8B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— Ready for Production Development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•  March 26,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Money Manager Java Suite — SRS Presentation</dc:title>
  <dc:subject>PptxGenJS Presentation</dc:subject>
  <dc:creator>Zaid Shaheen</dc:creator>
  <cp:lastModifiedBy>Zaid Shaheen</cp:lastModifiedBy>
  <cp:revision>1</cp:revision>
  <dcterms:created xsi:type="dcterms:W3CDTF">2026-05-19T04:36:15Z</dcterms:created>
  <dcterms:modified xsi:type="dcterms:W3CDTF">2026-05-19T04:36:15Z</dcterms:modified>
</cp:coreProperties>
</file>